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Capa. Quem abre o pitch apresenta o grupo em uma frase e passa para a Júlia.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de Júlia (rascunho; ajuste com as suas palavras):
Montamos uma caixa morfológica com nove funções e geramos vinte combinações. Saíram três ideias: o desenho da criança virar criatura no jogo, vocabulário de inglês virar carta para imprimir, ou uma aventura em que a IA só continua quando entende a turma. Ficou o desenho. As cartas poupavam tempo da professora: era produtividade, não criação. A aventura dependia de reconhecer fala de criança numa sala, incerto demais para o prazo.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de Sofia (rascunho; ajuste com as suas palavras):
Imagine que o Samuel desenha um bicho no papel. Um bicho redondo, cheio de espinho. Aí ele conta, falando: "ele cospe fogo, tem medo de gato e mora no vulcão". Na tela aparecem três versões desse bicho, cada uma com um jeito diferente de agir. Ele escolhe uma. Pronto: o bicho é dele. Fica no bestiário, a coleção das criaturas dele, aparece no Minecraft e sai como carta para imprimir.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de Marcos (rascunho; ajuste com as suas palavras):
Esse é o Samuel, meu primo. Tem 8 anos, joga Minecraft e Roblox e inventa mundos inteiros. Escrever, ele ainda escreve pouco. Os bichos dele ficam no papel ou na cabeça. Com a ferramenta, ele mesmo leva o bicho pro jogo. Sem escrever, sem adulto, sem conta.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de Guilherme (rascunho; ajuste com as suas palavras):
E onde entra a IA? Em dois lugares. Primeiro, ela transforma a fala em texto. Depois, um modelo multimodal, que lê imagem e texto juntos, escolhe um corpo do jogo, pinta com as cores do desenho e inventa os três jeitos de agir. Mas quem decide é o Samuel: troca, refaz ou redesenha. Sem IA, não existe criatura. E se ela não entender, a criatura responde: "hum, não entendi... me conta de novo?"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de Gabriel (rascunho; ajuste com as suas palavras):
Já existe coisa parecida. O Photo to Skin transforma foto ou texto em skin de Minecraft, mas exige login e créditos. O Drawings Alive anima desenho de criança, só que fora do jogo. Nós partimos do desenho livre e da fala de uma criança de oito anos, e chegamos numa criatura dentro do jogo, escolhida por ela.
Atenção: não dizer "testamos" o Photo to Skin; só abrimos a página.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de Daniel (rascunho; ajuste com as suas palavras):
O Samuel é primo de um de nós: dá para testar toda semana. Queremos aprender voz e modelos de linguagem que decidem e geram coisas estruturadas. Nas buscas, nada leva desenho livre de criança para dentro do jogo.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de Daniel (rascunho; ajuste com as suas palavras):
App web para tablet, transcrição por API, modelo multimodal e .mcaddon para Minecraft Bedrock. A API é nossa: o Samuel não precisa de conta. O maior risco é a criatura nova entrar no jogo. Vamos testar isso primeiro, até 27/10, com uma feita à mão. 10/11, ponta a ponta. 12/11, outro grupo usa sem explicação. 17/11, congela. Se não der, cortamos Roblox, comportamentos extras e voz da criatura. No pior caso, sai a carta impressa.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7 · Projeto Ferramenta · PF 1 · Pitch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8E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8E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decorativo"/>
          <p:cNvSpPr/>
          <p:nvPr/>
        </p:nvSpPr>
        <p:spPr>
          <a:xfrm>
            <a:off x="7863840" y="1097280"/>
            <a:ext cx="5669280" cy="5669280"/>
          </a:xfrm>
          <a:prstGeom prst="ellipse">
            <a:avLst/>
          </a:prstGeom>
          <a:solidFill>
            <a:srgbClr val="FFE8D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CRIATIVIDADE COMPUTACIONAL 2026.2 · PROJETO FERRAMENTA · GRUPO 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7772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bestiário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Samuel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94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Desenhe. Conte. Jogue.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3484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ferramenta em que uma criança desenha uma criatura, conta como ela é, e a leva para dentro do Minecraft, escolhida por ela.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Júlia Andrade · Daniel Dias · Sofia Remides · Marcos Didier · Guilherme Muniz · Gabriel Rocha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DE ONDE VEIO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83680" y="429768"/>
            <a:ext cx="868680" cy="283464"/>
          </a:xfrm>
          <a:prstGeom prst="roundRect">
            <a:avLst>
              <a:gd name="adj" fmla="val 48387"/>
            </a:avLst>
          </a:prstGeom>
          <a:solidFill>
            <a:srgbClr val="F1F3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0" y="429768"/>
            <a:ext cx="868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30 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fala: </a:t>
            </a:r>
            <a:pPr algn="r" indent="0" marL="0">
              <a:buNone/>
            </a:pPr>
            <a:r>
              <a:rPr lang="en-US" sz="13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Júlia</a:t>
            </a:r>
            <a:endParaRPr lang="en-US" sz="1300" dirty="0"/>
          </a:p>
        </p:txBody>
      </p:sp>
      <p:sp>
        <p:nvSpPr>
          <p:cNvPr id="6" name="Título"/>
          <p:cNvSpPr txBox="1"/>
          <p:nvPr/>
        </p:nvSpPr>
        <p:spPr>
          <a:xfrm>
            <a:off x="548640" y="10515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funções, 20 combinações, 3 caminhos</a:t>
            </a:r>
            <a:endParaRPr lang="en-US" sz="3200" dirty="0"/>
          </a:p>
        </p:txBody>
      </p:sp>
      <p:sp>
        <p:nvSpPr>
          <p:cNvPr id="7" name="Ideia A"/>
          <p:cNvSpPr/>
          <p:nvPr/>
        </p:nvSpPr>
        <p:spPr>
          <a:xfrm>
            <a:off x="548640" y="21488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FE8DC"/>
          </a:solidFill>
          <a:ln w="31750">
            <a:solidFill>
              <a:srgbClr val="D9480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514600"/>
            <a:ext cx="548640" cy="548640"/>
          </a:xfrm>
          <a:prstGeom prst="ellipse">
            <a:avLst/>
          </a:prstGeom>
          <a:solidFill>
            <a:srgbClr val="D9480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2461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desenho da criança vira criatura no jogo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3434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ficou</a:t>
            </a:r>
            <a:endParaRPr lang="en-US" sz="1500" dirty="0"/>
          </a:p>
        </p:txBody>
      </p:sp>
      <p:sp>
        <p:nvSpPr>
          <p:cNvPr id="12" name="Ideia B"/>
          <p:cNvSpPr/>
          <p:nvPr/>
        </p:nvSpPr>
        <p:spPr>
          <a:xfrm>
            <a:off x="4361688" y="21488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8F9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727448" y="2514600"/>
            <a:ext cx="548640" cy="548640"/>
          </a:xfrm>
          <a:prstGeom prst="ellipse">
            <a:avLst/>
          </a:prstGeom>
          <a:solidFill>
            <a:srgbClr val="1C7ED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27448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727448" y="32461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vocabulário da aula vira jogo de cartas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43434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era produtividade, não criação</a:t>
            </a:r>
            <a:endParaRPr lang="en-US" sz="1500" dirty="0"/>
          </a:p>
        </p:txBody>
      </p:sp>
      <p:sp>
        <p:nvSpPr>
          <p:cNvPr id="17" name="Ideia C"/>
          <p:cNvSpPr/>
          <p:nvPr/>
        </p:nvSpPr>
        <p:spPr>
          <a:xfrm>
            <a:off x="8174736" y="214884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8F9FA"/>
          </a:solidFill>
          <a:ln/>
        </p:spPr>
      </p:sp>
      <p:sp>
        <p:nvSpPr>
          <p:cNvPr id="18" name="Shape 16"/>
          <p:cNvSpPr/>
          <p:nvPr/>
        </p:nvSpPr>
        <p:spPr>
          <a:xfrm>
            <a:off x="8540496" y="2514600"/>
            <a:ext cx="548640" cy="548640"/>
          </a:xfrm>
          <a:prstGeom prst="ellipse">
            <a:avLst/>
          </a:prstGeom>
          <a:solidFill>
            <a:srgbClr val="2B8A3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540496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540496" y="32461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aventura em que o inglês é a chave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8540496" y="43434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sem como testar com uma turma a tempo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4406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B veio a carta para imprimir. Da C veio a IA que responde como personagem.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8E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 QUE É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83680" y="429768"/>
            <a:ext cx="868680" cy="283464"/>
          </a:xfrm>
          <a:prstGeom prst="roundRect">
            <a:avLst>
              <a:gd name="adj" fmla="val 48387"/>
            </a:avLst>
          </a:prstGeom>
          <a:solidFill>
            <a:srgbClr val="F1F3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0" y="429768"/>
            <a:ext cx="868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30 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fala: </a:t>
            </a:r>
            <a:pPr algn="r" indent="0" marL="0">
              <a:buNone/>
            </a:pPr>
            <a:r>
              <a:rPr lang="en-US" sz="13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Sofia</a:t>
            </a:r>
            <a:endParaRPr lang="en-US" sz="1300" dirty="0"/>
          </a:p>
        </p:txBody>
      </p:sp>
      <p:sp>
        <p:nvSpPr>
          <p:cNvPr id="6" name="Título"/>
          <p:cNvSpPr txBox="1"/>
          <p:nvPr/>
        </p:nvSpPr>
        <p:spPr>
          <a:xfrm>
            <a:off x="548640" y="10515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passos, nenhuma palavra escrita</a:t>
            </a:r>
            <a:endParaRPr lang="en-US" sz="3200" dirty="0"/>
          </a:p>
        </p:txBody>
      </p:sp>
      <p:sp>
        <p:nvSpPr>
          <p:cNvPr id="7" name="Passo 1"/>
          <p:cNvSpPr/>
          <p:nvPr/>
        </p:nvSpPr>
        <p:spPr>
          <a:xfrm>
            <a:off x="548640" y="2286000"/>
            <a:ext cx="2423160" cy="2926080"/>
          </a:xfrm>
          <a:prstGeom prst="roundRect">
            <a:avLst>
              <a:gd name="adj" fmla="val 4528"/>
            </a:avLst>
          </a:prstGeom>
          <a:solidFill>
            <a:srgbClr val="F8F9FA"/>
          </a:solidFill>
          <a:ln/>
        </p:spPr>
      </p:sp>
      <p:sp>
        <p:nvSpPr>
          <p:cNvPr id="8" name="Shape 6"/>
          <p:cNvSpPr/>
          <p:nvPr/>
        </p:nvSpPr>
        <p:spPr>
          <a:xfrm>
            <a:off x="1394460" y="2606040"/>
            <a:ext cx="731520" cy="731520"/>
          </a:xfrm>
          <a:prstGeom prst="ellipse">
            <a:avLst/>
          </a:prstGeom>
          <a:solidFill>
            <a:srgbClr val="1D1D1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94460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520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Desenhe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0233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papel, do jeito que quiser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3383280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Passo 2"/>
          <p:cNvSpPr/>
          <p:nvPr/>
        </p:nvSpPr>
        <p:spPr>
          <a:xfrm>
            <a:off x="3410712" y="2286000"/>
            <a:ext cx="2423160" cy="2926080"/>
          </a:xfrm>
          <a:prstGeom prst="roundRect">
            <a:avLst>
              <a:gd name="adj" fmla="val 4528"/>
            </a:avLst>
          </a:prstGeom>
          <a:solidFill>
            <a:srgbClr val="F8F9FA"/>
          </a:solidFill>
          <a:ln/>
        </p:spPr>
      </p:sp>
      <p:sp>
        <p:nvSpPr>
          <p:cNvPr id="14" name="Shape 12"/>
          <p:cNvSpPr/>
          <p:nvPr/>
        </p:nvSpPr>
        <p:spPr>
          <a:xfrm>
            <a:off x="4256532" y="2606040"/>
            <a:ext cx="731520" cy="731520"/>
          </a:xfrm>
          <a:prstGeom prst="ellipse">
            <a:avLst/>
          </a:prstGeom>
          <a:solidFill>
            <a:srgbClr val="1D1D1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256532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3593592" y="3520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639312" y="40233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“ele cospe fogo, tem medo de gato e mora no vulcão”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833872" y="3383280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Passo 3"/>
          <p:cNvSpPr/>
          <p:nvPr/>
        </p:nvSpPr>
        <p:spPr>
          <a:xfrm>
            <a:off x="6272784" y="2286000"/>
            <a:ext cx="2423160" cy="2926080"/>
          </a:xfrm>
          <a:prstGeom prst="roundRect">
            <a:avLst>
              <a:gd name="adj" fmla="val 4528"/>
            </a:avLst>
          </a:prstGeom>
          <a:solidFill>
            <a:srgbClr val="F8F9FA"/>
          </a:solidFill>
          <a:ln/>
        </p:spPr>
      </p:sp>
      <p:sp>
        <p:nvSpPr>
          <p:cNvPr id="20" name="Shape 18"/>
          <p:cNvSpPr/>
          <p:nvPr/>
        </p:nvSpPr>
        <p:spPr>
          <a:xfrm>
            <a:off x="7118604" y="2606040"/>
            <a:ext cx="731520" cy="731520"/>
          </a:xfrm>
          <a:prstGeom prst="ellipse">
            <a:avLst/>
          </a:prstGeom>
          <a:solidFill>
            <a:srgbClr val="1D1D1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18604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455664" y="3520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Escolha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501384" y="40233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3 versões e comportamentos propostos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695944" y="3383280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25" name="Passo 4"/>
          <p:cNvSpPr/>
          <p:nvPr/>
        </p:nvSpPr>
        <p:spPr>
          <a:xfrm>
            <a:off x="9134856" y="2286000"/>
            <a:ext cx="2423160" cy="2926080"/>
          </a:xfrm>
          <a:prstGeom prst="roundRect">
            <a:avLst>
              <a:gd name="adj" fmla="val 4528"/>
            </a:avLst>
          </a:prstGeom>
          <a:solidFill>
            <a:srgbClr val="FFE8DC"/>
          </a:solidFill>
          <a:ln/>
        </p:spPr>
      </p:sp>
      <p:sp>
        <p:nvSpPr>
          <p:cNvPr id="26" name="Shape 24"/>
          <p:cNvSpPr/>
          <p:nvPr/>
        </p:nvSpPr>
        <p:spPr>
          <a:xfrm>
            <a:off x="9980676" y="2606040"/>
            <a:ext cx="731520" cy="731520"/>
          </a:xfrm>
          <a:prstGeom prst="ellipse">
            <a:avLst/>
          </a:prstGeom>
          <a:solidFill>
            <a:srgbClr val="D9480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980676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9317736" y="3520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bicho é seu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9363456" y="40233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bestiário, no Minecraft e numa carta para imprimir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8E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PARA QUEM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83680" y="429768"/>
            <a:ext cx="868680" cy="283464"/>
          </a:xfrm>
          <a:prstGeom prst="roundRect">
            <a:avLst>
              <a:gd name="adj" fmla="val 48387"/>
            </a:avLst>
          </a:prstGeom>
          <a:solidFill>
            <a:srgbClr val="F1F3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0" y="429768"/>
            <a:ext cx="868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20 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fala: </a:t>
            </a:r>
            <a:pPr algn="r" indent="0" marL="0">
              <a:buNone/>
            </a:pPr>
            <a:r>
              <a:rPr lang="en-US" sz="13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Marcos</a:t>
            </a:r>
            <a:endParaRPr lang="en-US" sz="1300" dirty="0"/>
          </a:p>
        </p:txBody>
      </p:sp>
      <p:sp>
        <p:nvSpPr>
          <p:cNvPr id="6" name="Título"/>
          <p:cNvSpPr txBox="1"/>
          <p:nvPr/>
        </p:nvSpPr>
        <p:spPr>
          <a:xfrm>
            <a:off x="548640" y="10515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Samuel, 8 anos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194560" cy="2194560"/>
          </a:xfrm>
          <a:prstGeom prst="ellipse">
            <a:avLst/>
          </a:prstGeom>
          <a:solidFill>
            <a:srgbClr val="D9480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1488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80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21488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Joga Minecraft e Roblox, inventa mundos inteiros, e ainda escreve pouco.</a:t>
            </a:r>
            <a:endParaRPr lang="en-US" sz="2200" dirty="0"/>
          </a:p>
        </p:txBody>
      </p:sp>
      <p:sp>
        <p:nvSpPr>
          <p:cNvPr id="10" name="Hoje"/>
          <p:cNvSpPr/>
          <p:nvPr/>
        </p:nvSpPr>
        <p:spPr>
          <a:xfrm>
            <a:off x="3200400" y="32461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8F9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20440" y="3474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8404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bichos dele ficam no papel ou na cabeça</a:t>
            </a:r>
            <a:endParaRPr lang="en-US" sz="1800" dirty="0"/>
          </a:p>
        </p:txBody>
      </p:sp>
      <p:sp>
        <p:nvSpPr>
          <p:cNvPr id="13" name="Com a ferramenta"/>
          <p:cNvSpPr/>
          <p:nvPr/>
        </p:nvSpPr>
        <p:spPr>
          <a:xfrm>
            <a:off x="6995160" y="3246120"/>
            <a:ext cx="4617720" cy="1828800"/>
          </a:xfrm>
          <a:prstGeom prst="roundRect">
            <a:avLst>
              <a:gd name="adj" fmla="val 6000"/>
            </a:avLst>
          </a:prstGeom>
          <a:solidFill>
            <a:srgbClr val="FFE8D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0" y="3474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A FERRAMENTA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384048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 mesmo</a:t>
            </a:r>
            <a:pPr indent="0" marL="0">
              <a:buNone/>
            </a:pPr>
            <a:r>
              <a:rPr lang="en-US" sz="18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leva o bicho para o jogo: sem escrever, sem adulto, sem conta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8E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COMO ELE INTERAGE, E ONDE A IA ENTRA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83680" y="429768"/>
            <a:ext cx="868680" cy="283464"/>
          </a:xfrm>
          <a:prstGeom prst="roundRect">
            <a:avLst>
              <a:gd name="adj" fmla="val 48387"/>
            </a:avLst>
          </a:prstGeom>
          <a:solidFill>
            <a:srgbClr val="F1F3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0" y="429768"/>
            <a:ext cx="868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30 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fala: </a:t>
            </a:r>
            <a:pPr algn="r" indent="0" marL="0">
              <a:buNone/>
            </a:pPr>
            <a:r>
              <a:rPr lang="en-US" sz="13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Guilherme</a:t>
            </a:r>
            <a:endParaRPr lang="en-US" sz="1300" dirty="0"/>
          </a:p>
        </p:txBody>
      </p:sp>
      <p:sp>
        <p:nvSpPr>
          <p:cNvPr id="6" name="Título"/>
          <p:cNvSpPr txBox="1"/>
          <p:nvPr/>
        </p:nvSpPr>
        <p:spPr>
          <a:xfrm>
            <a:off x="548640" y="10515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IA propõe. O Samuel decide.</a:t>
            </a:r>
            <a:endParaRPr lang="en-US" sz="3200" dirty="0"/>
          </a:p>
        </p:txBody>
      </p:sp>
      <p:sp>
        <p:nvSpPr>
          <p:cNvPr id="7" name="Entrada"/>
          <p:cNvSpPr/>
          <p:nvPr/>
        </p:nvSpPr>
        <p:spPr>
          <a:xfrm>
            <a:off x="548640" y="2240280"/>
            <a:ext cx="1737360" cy="2103120"/>
          </a:xfrm>
          <a:prstGeom prst="roundRect">
            <a:avLst>
              <a:gd name="adj" fmla="val 6316"/>
            </a:avLst>
          </a:prstGeom>
          <a:solidFill>
            <a:srgbClr val="F8F9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5146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15468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 do desenho + áudio da fala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3017520"/>
            <a:ext cx="338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Transcrição"/>
          <p:cNvSpPr/>
          <p:nvPr/>
        </p:nvSpPr>
        <p:spPr>
          <a:xfrm>
            <a:off x="2624328" y="2240280"/>
            <a:ext cx="1737360" cy="2103120"/>
          </a:xfrm>
          <a:prstGeom prst="roundRect">
            <a:avLst>
              <a:gd name="adj" fmla="val 6316"/>
            </a:avLst>
          </a:prstGeom>
          <a:solidFill>
            <a:srgbClr val="EDE7FF"/>
          </a:solidFill>
          <a:ln w="25400">
            <a:solidFill>
              <a:srgbClr val="704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07208" y="2084832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7048E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807208" y="20848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807208" y="25146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Transcrição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807208" y="315468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fala → texto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361688" y="3017520"/>
            <a:ext cx="338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Modelo multimodal"/>
          <p:cNvSpPr/>
          <p:nvPr/>
        </p:nvSpPr>
        <p:spPr>
          <a:xfrm>
            <a:off x="4700016" y="2240280"/>
            <a:ext cx="2788920" cy="2103120"/>
          </a:xfrm>
          <a:prstGeom prst="roundRect">
            <a:avLst>
              <a:gd name="adj" fmla="val 5217"/>
            </a:avLst>
          </a:prstGeom>
          <a:solidFill>
            <a:srgbClr val="EDE7FF"/>
          </a:solidFill>
          <a:ln w="25400">
            <a:solidFill>
              <a:srgbClr val="704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82896" y="2084832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704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82896" y="20848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82896" y="25146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multimodal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882896" y="31546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desenho + fala · escolhe o corpo-base · pinta a textura · propõe 3 comportamentos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488936" y="3017520"/>
            <a:ext cx="338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amuel escolhe"/>
          <p:cNvSpPr/>
          <p:nvPr/>
        </p:nvSpPr>
        <p:spPr>
          <a:xfrm>
            <a:off x="7827264" y="2240280"/>
            <a:ext cx="1874520" cy="2103120"/>
          </a:xfrm>
          <a:prstGeom prst="roundRect">
            <a:avLst>
              <a:gd name="adj" fmla="val 5854"/>
            </a:avLst>
          </a:prstGeom>
          <a:solidFill>
            <a:srgbClr val="FFE8DC"/>
          </a:solidFill>
          <a:ln w="25400">
            <a:solidFill>
              <a:srgbClr val="D9480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10144" y="25146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Samuel escolhe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010144" y="315468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troca, refaz ou redesenha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701784" y="3017520"/>
            <a:ext cx="338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aída"/>
          <p:cNvSpPr/>
          <p:nvPr/>
        </p:nvSpPr>
        <p:spPr>
          <a:xfrm>
            <a:off x="10040112" y="2240280"/>
            <a:ext cx="1463040" cy="2103120"/>
          </a:xfrm>
          <a:prstGeom prst="roundRect">
            <a:avLst>
              <a:gd name="adj" fmla="val 7500"/>
            </a:avLst>
          </a:prstGeom>
          <a:solidFill>
            <a:srgbClr val="F8F9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222992" y="25146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0222992" y="315468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.mcaddon + carta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8006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a IA: </a:t>
            </a:r>
            <a:pPr indent="0" marL="0">
              <a:buNone/>
            </a:pPr>
            <a:r>
              <a:rPr lang="en-US" sz="16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há como transformar um desenho livre e uma fala em criatura de jogo.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309360" y="48006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 IA não entende: </a:t>
            </a:r>
            <a:pPr indent="0" marL="0">
              <a:buNone/>
            </a:pPr>
            <a:r>
              <a:rPr lang="en-US" sz="16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criatura responde “hum, não entendi... me conta de novo?”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8E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O QUE JÁ EXISTE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83680" y="429768"/>
            <a:ext cx="868680" cy="283464"/>
          </a:xfrm>
          <a:prstGeom prst="roundRect">
            <a:avLst>
              <a:gd name="adj" fmla="val 48387"/>
            </a:avLst>
          </a:prstGeom>
          <a:solidFill>
            <a:srgbClr val="F1F3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0" y="429768"/>
            <a:ext cx="868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25 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fala: </a:t>
            </a:r>
            <a:pPr algn="r" indent="0" marL="0">
              <a:buNone/>
            </a:pPr>
            <a:r>
              <a:rPr lang="en-US" sz="13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Gabriel</a:t>
            </a:r>
            <a:endParaRPr lang="en-US" sz="1300" dirty="0"/>
          </a:p>
        </p:txBody>
      </p:sp>
      <p:sp>
        <p:nvSpPr>
          <p:cNvPr id="6" name="Título"/>
          <p:cNvSpPr txBox="1"/>
          <p:nvPr/>
        </p:nvSpPr>
        <p:spPr>
          <a:xfrm>
            <a:off x="548640" y="10515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 sim, e o nosso é diferente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441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8817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Photo to Skin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0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foto ou texto → skin de jogador · login e créditos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Drawings Alive · Meta Animated Drawings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0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desenho infantil → 3D ou animação, fora do jogo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Roblox Cube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0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texto → objeto dentro do Roblox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1D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There's an AI for That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950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tasks: Minecraft skins · sketch to image · game assets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Nossa diferença"/>
          <p:cNvSpPr/>
          <p:nvPr/>
        </p:nvSpPr>
        <p:spPr>
          <a:xfrm>
            <a:off x="548640" y="4434840"/>
            <a:ext cx="11094415" cy="1234440"/>
          </a:xfrm>
          <a:prstGeom prst="roundRect">
            <a:avLst>
              <a:gd name="adj" fmla="val 8889"/>
            </a:avLst>
          </a:prstGeom>
          <a:solidFill>
            <a:srgbClr val="FFE8D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4434840"/>
            <a:ext cx="103628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nossa parte do </a:t>
            </a:r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desenho livre + fala</a:t>
            </a:r>
            <a:pPr indent="0" marL="0">
              <a:buNone/>
            </a:pPr>
            <a:r>
              <a:rPr lang="en-US" sz="20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uma criança de 8 anos e termina numa </a:t>
            </a:r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criatura dentro do jogo</a:t>
            </a:r>
            <a:pPr indent="0" marL="0">
              <a:buNone/>
            </a:pPr>
            <a:r>
              <a:rPr lang="en-US" sz="20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escolhida por ela.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8E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POR QUE ESTA IDEIA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83680" y="429768"/>
            <a:ext cx="868680" cy="283464"/>
          </a:xfrm>
          <a:prstGeom prst="roundRect">
            <a:avLst>
              <a:gd name="adj" fmla="val 48387"/>
            </a:avLst>
          </a:prstGeom>
          <a:solidFill>
            <a:srgbClr val="F1F3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0" y="429768"/>
            <a:ext cx="868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15 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fala: </a:t>
            </a:r>
            <a:pPr algn="r" indent="0" marL="0">
              <a:buNone/>
            </a:pPr>
            <a:r>
              <a:rPr lang="en-US" sz="13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</a:t>
            </a:r>
            <a:endParaRPr lang="en-US" sz="1300" dirty="0"/>
          </a:p>
        </p:txBody>
      </p:sp>
      <p:sp>
        <p:nvSpPr>
          <p:cNvPr id="6" name="Título"/>
          <p:cNvSpPr txBox="1"/>
          <p:nvPr/>
        </p:nvSpPr>
        <p:spPr>
          <a:xfrm>
            <a:off x="548640" y="10515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vale seis semanas</a:t>
            </a:r>
            <a:endParaRPr lang="en-US" sz="3200" dirty="0"/>
          </a:p>
        </p:txBody>
      </p:sp>
      <p:sp>
        <p:nvSpPr>
          <p:cNvPr id="7" name="Alguém real"/>
          <p:cNvSpPr/>
          <p:nvPr/>
        </p:nvSpPr>
        <p:spPr>
          <a:xfrm>
            <a:off x="548640" y="214884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8F9FA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514600"/>
            <a:ext cx="594360" cy="594360"/>
          </a:xfrm>
          <a:prstGeom prst="ellipse">
            <a:avLst/>
          </a:prstGeom>
          <a:solidFill>
            <a:srgbClr val="D9480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29184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Alguém real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06908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Construímos para uma pessoa que conhecemos e podemos testar com ela toda semana.</a:t>
            </a:r>
            <a:endParaRPr lang="en-US" sz="1600" dirty="0"/>
          </a:p>
        </p:txBody>
      </p:sp>
      <p:sp>
        <p:nvSpPr>
          <p:cNvPr id="12" name="O que queremos aprender"/>
          <p:cNvSpPr/>
          <p:nvPr/>
        </p:nvSpPr>
        <p:spPr>
          <a:xfrm>
            <a:off x="4361688" y="214884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8F9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727448" y="2514600"/>
            <a:ext cx="594360" cy="594360"/>
          </a:xfrm>
          <a:prstGeom prst="ellipse">
            <a:avLst/>
          </a:prstGeom>
          <a:solidFill>
            <a:srgbClr val="D9480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27448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727448" y="329184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queremos aprender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406908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Voz e modelos de linguagem que decidem e geram coisas estruturadas.</a:t>
            </a:r>
            <a:endParaRPr lang="en-US" sz="1600" dirty="0"/>
          </a:p>
        </p:txBody>
      </p:sp>
      <p:sp>
        <p:nvSpPr>
          <p:cNvPr id="17" name="Uma lacuna"/>
          <p:cNvSpPr/>
          <p:nvPr/>
        </p:nvSpPr>
        <p:spPr>
          <a:xfrm>
            <a:off x="8174736" y="214884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8F9FA"/>
          </a:solidFill>
          <a:ln/>
        </p:spPr>
      </p:sp>
      <p:sp>
        <p:nvSpPr>
          <p:cNvPr id="18" name="Shape 16"/>
          <p:cNvSpPr/>
          <p:nvPr/>
        </p:nvSpPr>
        <p:spPr>
          <a:xfrm>
            <a:off x="8540496" y="2514600"/>
            <a:ext cx="594360" cy="594360"/>
          </a:xfrm>
          <a:prstGeom prst="ellipse">
            <a:avLst/>
          </a:prstGeom>
          <a:solidFill>
            <a:srgbClr val="D9480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540496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540496" y="329184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lacuna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540496" y="406908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 buscas, nada leva o desenho livre de uma criança para dentro do jogo.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8E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COMO VAI SER FEITA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83680" y="429768"/>
            <a:ext cx="868680" cy="283464"/>
          </a:xfrm>
          <a:prstGeom prst="roundRect">
            <a:avLst>
              <a:gd name="adj" fmla="val 48387"/>
            </a:avLst>
          </a:prstGeom>
          <a:solidFill>
            <a:srgbClr val="F1F3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583680" y="429768"/>
            <a:ext cx="868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30 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fala: </a:t>
            </a:r>
            <a:pPr algn="r" indent="0" marL="0">
              <a:buNone/>
            </a:pPr>
            <a:r>
              <a:rPr lang="en-US" sz="13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</a:t>
            </a:r>
            <a:endParaRPr lang="en-US" sz="1300" dirty="0"/>
          </a:p>
        </p:txBody>
      </p:sp>
      <p:sp>
        <p:nvSpPr>
          <p:cNvPr id="6" name="Título"/>
          <p:cNvSpPr txBox="1"/>
          <p:nvPr/>
        </p:nvSpPr>
        <p:spPr>
          <a:xfrm>
            <a:off x="548640" y="10515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Testar o mais difícil primeiro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1F3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01168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web para tablet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80360" y="2011680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F1F3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880360" y="20116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transcrição por API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0" y="201168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F1F3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120640" y="20116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multimodal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69480" y="2011680"/>
            <a:ext cx="2697480" cy="384048"/>
          </a:xfrm>
          <a:prstGeom prst="roundRect">
            <a:avLst>
              <a:gd name="adj" fmla="val 50000"/>
            </a:avLst>
          </a:prstGeom>
          <a:solidFill>
            <a:srgbClr val="F1F3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269480" y="20116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.mcaddon · Minecraft Bedrock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514600"/>
            <a:ext cx="3611880" cy="384048"/>
          </a:xfrm>
          <a:prstGeom prst="roundRect">
            <a:avLst>
              <a:gd name="adj" fmla="val 50000"/>
            </a:avLst>
          </a:prstGeom>
          <a:solidFill>
            <a:srgbClr val="F1F3F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51460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do grupo, sem chave para o Samuel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429000"/>
            <a:ext cx="11094415" cy="0"/>
          </a:xfrm>
          <a:prstGeom prst="line">
            <a:avLst/>
          </a:prstGeom>
          <a:noFill/>
          <a:ln w="31750">
            <a:solidFill>
              <a:srgbClr val="DEE2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319272"/>
            <a:ext cx="219456" cy="219456"/>
          </a:xfrm>
          <a:prstGeom prst="ellipse">
            <a:avLst/>
          </a:prstGeom>
          <a:solidFill>
            <a:srgbClr val="868E9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703320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27/10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206240"/>
            <a:ext cx="24535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criatura feita à mão entra no Minecraft do tablet · protótipo e diagrama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22244" y="3319272"/>
            <a:ext cx="219456" cy="219456"/>
          </a:xfrm>
          <a:prstGeom prst="ellipse">
            <a:avLst/>
          </a:prstGeom>
          <a:solidFill>
            <a:srgbClr val="868E9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322244" y="3703320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10/11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3322244" y="4206240"/>
            <a:ext cx="24535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ponta a ponta: o Samuel desenha, fala, escolhe, e o bicho entra no jogo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95848" y="3319272"/>
            <a:ext cx="219456" cy="219456"/>
          </a:xfrm>
          <a:prstGeom prst="ellipse">
            <a:avLst/>
          </a:prstGeom>
          <a:solidFill>
            <a:srgbClr val="868E9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095848" y="3703320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12/11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6095848" y="4206240"/>
            <a:ext cx="24535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outro grupo usa sem explicação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869451" y="3319272"/>
            <a:ext cx="219456" cy="219456"/>
          </a:xfrm>
          <a:prstGeom prst="ellipse">
            <a:avLst/>
          </a:prstGeom>
          <a:solidFill>
            <a:srgbClr val="D9480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869451" y="3703320"/>
            <a:ext cx="2499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17/11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8869451" y="4206240"/>
            <a:ext cx="24535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congela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não der, cortamos: </a:t>
            </a:r>
            <a:pPr indent="0" marL="0">
              <a:buNone/>
            </a:pPr>
            <a:r>
              <a:rPr lang="en-US" sz="16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Roblox → comportamentos extras → voz da criatura. </a:t>
            </a:r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Último recurso: </a:t>
            </a:r>
            <a:pPr indent="0" marL="0">
              <a:buNone/>
            </a:pPr>
            <a:r>
              <a:rPr lang="en-US" sz="16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carta impressa e prévia 3D.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8E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bestiário do Samuel · Pitch PF1 · Grupo 7</dc:title>
  <dc:subject>PptxGenJS Presentation</dc:subject>
  <dc:creator>Grupo 7 · Criatividade Computacional 2026.2</dc:creator>
  <cp:lastModifiedBy>Grupo 7 · Criatividade Computacional 2026.2</cp:lastModifiedBy>
  <cp:revision>1</cp:revision>
  <dcterms:created xsi:type="dcterms:W3CDTF">2026-10-19T02:04:53Z</dcterms:created>
  <dcterms:modified xsi:type="dcterms:W3CDTF">2026-10-19T02:04:53Z</dcterms:modified>
</cp:coreProperties>
</file>